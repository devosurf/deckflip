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Heebo Medium"/>
      <p:regular r:id="rId4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font" Target="fonts/font1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ebo Medium"/>
          <p:cNvSpPr txBox="1"/>
          <p:nvPr/>
        </p:nvSpPr>
        <p:spPr>
          <a:xfrm>
            <a:off x="411480" y="320040"/>
            <a:ext cx="54406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latin typeface="Heebo Medium"/>
                <a:ea typeface="Heebo Medium"/>
                <a:cs typeface="Heebo Medium"/>
              </a:rPr>
              <a:t xml:space="preserve">Heebo Medium: the quick brown fox jumps over the lazy dog while vexed nymphs pack my box with five dozen liquor jugs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deckflip #33 prototype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#33 minimal-heebo-medium</dc:title>
  <dc:creator>deckflip #33</dc:creator>
  <dcterms:created xsi:type="dcterms:W3CDTF">1980-01-01T00:00:00Z</dcterms:created>
  <dcterms:modified xsi:type="dcterms:W3CDTF">1980-01-01T00:00:00Z</dcterms:modified>
</cp:coreProperties>
</file>