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2192000" cy="6858000"/>
  <p:notesSz cx="6858000" cy="9144000"/>
  <p:embeddedFontLst>
    <p:embeddedFont>
      <p:font typeface="Heebo" pitchFamily="2" charset="-79"/>
      <p:regular r:id="rId3"/>
      <p:bold r:id="rId4"/>
    </p:embeddedFont>
    <p:embeddedFont>
      <p:font typeface="Heebo ExtraBold" pitchFamily="2" charset="-79"/>
      <p:bold r:id="rId5"/>
    </p:embeddedFont>
    <p:embeddedFont>
      <p:font typeface="Heebo Medium" pitchFamily="2" charset="-79"/>
      <p:regular r:id="rId6"/>
    </p:embeddedFont>
    <p:embeddedFont>
      <p:font typeface="Source Sans 3" panose="020B0503030403020204" pitchFamily="34" charset="0"/>
      <p:regular r:id="rId7"/>
      <p:bold r:id="rId8"/>
      <p:italic r:id="rId9"/>
      <p:boldItalic r:id="rId10"/>
    </p:embeddedFont>
  </p:embeddedFontLst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>
      <p:cViewPr varScale="1">
        <p:scale>
          <a:sx n="101" d="100"/>
          <a:sy n="10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"/>
          <p:cNvSpPr txBox="1"/>
          <p:nvPr/>
        </p:nvSpPr>
        <p:spPr>
          <a:xfrm>
            <a:off x="762000" y="762000"/>
            <a:ext cx="326707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8762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aseline="0">
                <a:solidFill>
                  <a:srgbClr val="000000"/>
                </a:solidFill>
                <a:latin typeface="Heebo Medium"/>
                <a:ea typeface="Heebo Medium"/>
                <a:cs typeface="Heebo Medium"/>
              </a:rPr>
              <a:t>Heebo Medium editable</a:t>
            </a:r>
          </a:p>
        </p:txBody>
      </p:sp>
      <p:sp>
        <p:nvSpPr>
          <p:cNvPr id="3" name="p"/>
          <p:cNvSpPr txBox="1"/>
          <p:nvPr/>
        </p:nvSpPr>
        <p:spPr>
          <a:xfrm>
            <a:off x="762000" y="1524000"/>
            <a:ext cx="2788146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8762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baseline="0">
                <a:solidFill>
                  <a:srgbClr val="000000"/>
                </a:solidFill>
                <a:latin typeface="Heebo"/>
                <a:ea typeface="Heebo"/>
                <a:cs typeface="Heebo"/>
              </a:rPr>
              <a:t>Heebo Bold editable</a:t>
            </a:r>
          </a:p>
        </p:txBody>
      </p:sp>
      <p:sp>
        <p:nvSpPr>
          <p:cNvPr id="4" name="p"/>
          <p:cNvSpPr txBox="1"/>
          <p:nvPr/>
        </p:nvSpPr>
        <p:spPr>
          <a:xfrm>
            <a:off x="762000" y="2286000"/>
            <a:ext cx="3510111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8762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aseline="0">
                <a:solidFill>
                  <a:srgbClr val="000000"/>
                </a:solidFill>
                <a:latin typeface="Heebo ExtraBold"/>
                <a:ea typeface="Heebo ExtraBold"/>
                <a:cs typeface="Heebo ExtraBold"/>
              </a:rPr>
              <a:t>Heebo ExtraBold editable</a:t>
            </a:r>
          </a:p>
        </p:txBody>
      </p:sp>
      <p:sp>
        <p:nvSpPr>
          <p:cNvPr id="5" name="p"/>
          <p:cNvSpPr txBox="1"/>
          <p:nvPr/>
        </p:nvSpPr>
        <p:spPr>
          <a:xfrm>
            <a:off x="762000" y="3048000"/>
            <a:ext cx="372040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Regular editable</a:t>
            </a:r>
          </a:p>
        </p:txBody>
      </p:sp>
      <p:sp>
        <p:nvSpPr>
          <p:cNvPr id="6" name="p"/>
          <p:cNvSpPr txBox="1"/>
          <p:nvPr/>
        </p:nvSpPr>
        <p:spPr>
          <a:xfrm>
            <a:off x="762000" y="3810000"/>
            <a:ext cx="3494484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Bold editable</a:t>
            </a:r>
          </a:p>
        </p:txBody>
      </p:sp>
      <p:sp>
        <p:nvSpPr>
          <p:cNvPr id="7" name="p"/>
          <p:cNvSpPr txBox="1"/>
          <p:nvPr/>
        </p:nvSpPr>
        <p:spPr>
          <a:xfrm>
            <a:off x="762000" y="4572000"/>
            <a:ext cx="3298627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i="1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Italic editable</a:t>
            </a:r>
          </a:p>
        </p:txBody>
      </p:sp>
      <p:sp>
        <p:nvSpPr>
          <p:cNvPr id="8" name="p"/>
          <p:cNvSpPr txBox="1"/>
          <p:nvPr/>
        </p:nvSpPr>
        <p:spPr>
          <a:xfrm>
            <a:off x="762000" y="5334000"/>
            <a:ext cx="4121795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-23999" rIns="0" bIns="0" anchor="t">
            <a:noAutofit/>
          </a:bodyPr>
          <a:lstStyle/>
          <a:p>
            <a:pPr marL="0" lv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i="1" baseline="0">
                <a:solidFill>
                  <a:srgbClr val="000000"/>
                </a:solidFill>
                <a:latin typeface="Source Sans 3"/>
                <a:ea typeface="Source Sans 3"/>
                <a:cs typeface="Source Sans 3"/>
              </a:rPr>
              <a:t>Source Sans Bold Italic editable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Heebo</vt:lpstr>
      <vt:lpstr>Heebo Medium</vt:lpstr>
      <vt:lpstr>Source Sans 3</vt:lpstr>
      <vt:lpstr>Heebo ExtraBold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font identity</dc:title>
  <dc:creator>deckflip</dc:creator>
  <cp:lastModifiedBy>Morgan Jonasson</cp:lastModifiedBy>
  <cp:revision>1</cp:revision>
  <dcterms:created xsi:type="dcterms:W3CDTF">1980-01-01T00:00:00Z</dcterms:created>
  <dcterms:modified xsi:type="dcterms:W3CDTF">2026-10-29T12:40:48Z</dcterms:modified>
  <dc:language>en</dc:language>
</cp:coreProperties>
</file>