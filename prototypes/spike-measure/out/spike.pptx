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s/slide1.xml" ContentType="application/vnd.openxmlformats-officedocument.presentationml.slide+xml"/>
  <Override PartName="/ppt/theme/theme1.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Lst>
  <p:sldSz cx="12192000" cy="6858000"/>
  <p:notesSz cx="6858000" cy="9144000"/>
</p:presentation>
</file>

<file path=ppt/_rels/presentation.xml.rels><?xml version="1.0" encoding="UTF-8" standalone="yes"?>
<Relationships xmlns="http://schemas.openxmlformats.org/package/2006/relationships">
<Relationship Id="rId1" Type="http://schemas.openxmlformats.org/officeDocument/2006/relationships/slideMaster" Target="slideMasters/slideMaster1.xml"/>
<Relationship Id="rId2" Type="http://schemas.openxmlformats.org/officeDocument/2006/relationships/slide" Target="slides/slide1.xml"/>
<Relationship Id="rId3" Type="http://schemas.openxmlformats.org/officeDocument/2006/relationships/theme" Target="theme/theme1.xml"/>
</Relationships>
</file>

<file path=ppt/slideLayouts/_rels/slideLayout1.xml.rels><?xml version="1.0" encoding="UTF-8" standalone="yes"?>
<Relationships xmlns="http://schemas.openxmlformats.org/package/2006/relationships">
<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theme" Target="../theme/theme1.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p:titleStyle>
    <p:bodyStyle>
      <a:lvl1pPr/>
    </p:bodyStyle>
    <p:otherStyle>
      <a:lvl1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762000" y="571500"/>
            <a:ext cx="10668000" cy="762000"/>
          </a:xfrm>
          <a:prstGeom prst="rect">
            <a:avLst/>
          </a:prstGeom>
          <a:noFill/>
          <a:ln>
            <a:noFill/>
          </a:ln>
        </p:spPr>
        <p:txBody>
          <a:bodyPr wrap="square" lIns="0" tIns="-11749" rIns="0" bIns="0" anchor="t">
            <a:noAutofit/>
          </a:bodyPr>
          <a:lstStyle/>
          <a:p>
            <a:pPr algn="l">
              <a:lnSpc>
                <a:spcPts val="4320"/>
              </a:lnSpc>
            </a:pPr>
            <a:r>
              <a:rPr lang="en-US" sz="3600" b="1" dirty="0">
                <a:solidFill>
                  <a:srgbClr val="1F2937"/>
                </a:solidFill>
                <a:latin typeface="Arial"/>
                <a:cs typeface="Arial"/>
              </a:rPr>
              <a:t>Measured HTML to PPTX spike</a:t>
            </a:r>
          </a:p>
        </p:txBody>
      </p:sp>
      <p:sp>
        <p:nvSpPr>
          <p:cNvPr id="3" name="body"/>
          <p:cNvSpPr txBox="1"/>
          <p:nvPr/>
        </p:nvSpPr>
        <p:spPr>
          <a:xfrm>
            <a:off x="762000" y="1619250"/>
            <a:ext cx="5334000" cy="2857500"/>
          </a:xfrm>
          <a:prstGeom prst="rect">
            <a:avLst/>
          </a:prstGeom>
          <a:solidFill>
            <a:srgbClr val="F3F4F6"/>
          </a:solidFill>
          <a:ln>
            <a:noFill/>
          </a:ln>
        </p:spPr>
        <p:txBody>
          <a:bodyPr wrap="square" lIns="152400" tIns="132338" rIns="152400" bIns="152400" anchor="t">
            <a:noAutofit/>
          </a:bodyPr>
          <a:lstStyle/>
          <a:p>
            <a:pPr algn="l">
              <a:lnSpc>
                <a:spcPts val="2520"/>
              </a:lnSpc>
            </a:pPr>
            <a:r>
              <a:rPr lang="en-US" sz="1800" b="0" dirty="0">
                <a:solidFill>
                  <a:srgbClr val="111827"/>
                </a:solidFill>
                <a:latin typeface="Arial"/>
                <a:cs typeface="Arial"/>
              </a:rPr>
              <a:t>The quick brown fox jumps over the lazy dog to test wrap sensitivity. This paragraph should wrap to the same number of lines in PowerPoint as in Chromium, with the same words on each line.</a:t>
            </a:r>
          </a:p>
        </p:txBody>
      </p:sp>
      <p:sp>
        <p:nvSpPr>
          <p:cNvPr id="4" name="card"/>
          <p:cNvSpPr txBox="1"/>
          <p:nvPr/>
        </p:nvSpPr>
        <p:spPr>
          <a:xfrm>
            <a:off x="6667500" y="1619250"/>
            <a:ext cx="4762500" cy="1905000"/>
          </a:xfrm>
          <a:prstGeom prst="rect">
            <a:avLst/>
          </a:prstGeom>
          <a:solidFill>
            <a:srgbClr val="2563EB"/>
          </a:solidFill>
          <a:ln>
            <a:noFill/>
          </a:ln>
        </p:spPr>
        <p:txBody>
          <a:bodyPr wrap="square" lIns="304800" tIns="214653" rIns="304800" bIns="228600" anchor="t">
            <a:noAutofit/>
          </a:bodyPr>
          <a:lstStyle/>
          <a:p>
            <a:pPr algn="ctr">
              <a:lnSpc>
                <a:spcPts val="2700"/>
              </a:lnSpc>
            </a:pPr>
            <a:r>
              <a:rPr lang="en-US" sz="2100" b="0" dirty="0">
                <a:solidFill>
                  <a:srgbClr val="FFFFFF"/>
                </a:solidFill>
                <a:latin typeface="Arial"/>
                <a:cs typeface="Arial"/>
              </a:rPr>
              <a:t>A filled card with centred text that wraps onto two lines</a:t>
            </a:r>
          </a:p>
        </p:txBody>
      </p:sp>
      <p:sp>
        <p:nvSpPr>
          <p:cNvPr id="5" name="circle"/>
          <p:cNvSpPr txBox="0"/>
          <p:nvPr/>
        </p:nvSpPr>
        <p:spPr>
          <a:xfrm>
            <a:off x="6667500" y="3810000"/>
            <a:ext cx="1524000" cy="1524000"/>
          </a:xfrm>
          <a:prstGeom prst="ellipse">
            <a:avLst/>
          </a:prstGeom>
          <a:solidFill>
            <a:srgbClr val="F59E0B"/>
          </a:solidFill>
          <a:ln>
            <a:noFill/>
          </a:ln>
        </p:spPr>
      </p:sp>
      <p:sp>
        <p:nvSpPr>
          <p:cNvPr id="6" name="caption"/>
          <p:cNvSpPr txBox="1"/>
          <p:nvPr/>
        </p:nvSpPr>
        <p:spPr>
          <a:xfrm>
            <a:off x="8382000" y="4191000"/>
            <a:ext cx="3048000" cy="762000"/>
          </a:xfrm>
          <a:prstGeom prst="rect">
            <a:avLst/>
          </a:prstGeom>
          <a:noFill/>
          <a:ln>
            <a:noFill/>
          </a:ln>
        </p:spPr>
        <p:txBody>
          <a:bodyPr wrap="square" lIns="0" tIns="55833" rIns="0" bIns="76200" anchor="t">
            <a:noAutofit/>
          </a:bodyPr>
          <a:lstStyle/>
          <a:p>
            <a:pPr algn="r">
              <a:lnSpc>
                <a:spcPts val="2025"/>
              </a:lnSpc>
            </a:pPr>
            <a:r>
              <a:rPr lang="en-US" sz="1350" b="0" dirty="0">
                <a:solidFill>
                  <a:srgbClr val="374151"/>
                </a:solidFill>
                <a:latin typeface="Arial"/>
                <a:cs typeface="Arial"/>
              </a:rPr>
              <a:t>Right-aligned caption beside a circle, two lines long</a:t>
            </a:r>
          </a:p>
        </p:txBody>
      </p:sp>
      <p:sp>
        <p:nvSpPr>
          <p:cNvPr id="7" name="footer"/>
          <p:cNvSpPr txBox="1"/>
          <p:nvPr/>
        </p:nvSpPr>
        <p:spPr>
          <a:xfrm>
            <a:off x="762000" y="6096000"/>
            <a:ext cx="10668000" cy="381000"/>
          </a:xfrm>
          <a:prstGeom prst="rect">
            <a:avLst/>
          </a:prstGeom>
          <a:noFill/>
          <a:ln>
            <a:noFill/>
          </a:ln>
        </p:spPr>
        <p:txBody>
          <a:bodyPr wrap="square" lIns="0" tIns="-65396" rIns="0" bIns="0" anchor="t">
            <a:noAutofit/>
          </a:bodyPr>
          <a:lstStyle/>
          <a:p>
            <a:pPr algn="l">
              <a:lnSpc>
                <a:spcPts val="3000"/>
              </a:lnSpc>
            </a:pPr>
            <a:r>
              <a:rPr lang="en-US" sz="1200" b="0" dirty="0">
                <a:solidFill>
                  <a:srgbClr val="6B7280"/>
                </a:solidFill>
                <a:latin typeface="Arial"/>
                <a:cs typeface="Arial"/>
              </a:rPr>
              <a:t>Footer: 1 CSS px = 0.75 pt = 9525 EMU, Canvas 1280x720</a:t>
            </a:r>
          </a:p>
        </p:txBody>
      </p:sp>
    </p:spTree>
  </p:cSld>
  <p:clrMapOvr>
    <a:masterClrMapping/>
  </p:clrMapOvr>
</p:sld>
</file>

<file path=ppt/theme/theme1.xml><?xml version="1.0" encoding="utf-8"?>
<a:theme xmlns:a="http://schemas.openxmlformats.org/drawingml/2006/main" name="Spike">
  <a:themeElements>
    <a:clrScheme name="Spik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Spike">
      <a:majorFont>
        <a:latin typeface="Arial"/>
        <a:ea typeface=""/>
        <a:cs typeface=""/>
      </a:majorFont>
      <a:minorFont>
        <a:latin typeface="Arial"/>
        <a:ea typeface=""/>
        <a:cs typeface=""/>
      </a:minorFont>
    </a:fontScheme>
    <a:fmtScheme name="Spike">
      <a:fillStyleLst>
        <a:solidFill>
          <a:schemeClr val="phClr"/>
        </a:solidFill>
        <a:solidFill>
          <a:schemeClr val="phClr"/>
        </a:solidFill>
        <a:solidFill>
          <a:schemeClr val="phClr"/>
        </a:solidFill>
      </a:fillStyleLst>
      <a:lnStyleLst>
        <a:ln w="6350">
          <a:solidFill>
            <a:schemeClr val="phClr"/>
          </a:solidFill>
        </a:ln>
        <a:ln w="12700">
          <a:solidFill>
            <a:schemeClr val="phClr"/>
          </a:solidFill>
        </a:ln>
        <a:ln w="19050">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Application>spike</Application>
</Properties>
</file>

<file path=docProps/core.xml><?xml version="1.0" encoding="utf-8"?>
<cp:coreProperties xmlns:cp="http://schemas.openxmlformats.org/package/2006/metadata/core-properties" xmlns:dc="http://purl.org/dc/elements/1.1/" xmlns:dcterms="http://purl.org/dc/terms/" xmlns:xsi="http://www.w3.org/2001/XMLSchema-instance">
  <dc:title>spike</dc:title>
  <dc:creator>spike</dc:creator>
</cp:coreProperties>
</file>